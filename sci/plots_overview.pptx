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93"/>
    <p:restoredTop sz="94673"/>
  </p:normalViewPr>
  <p:slideViewPr>
    <p:cSldViewPr snapToGrid="0">
      <p:cViewPr varScale="1">
        <p:scale>
          <a:sx n="81" d="100"/>
          <a:sy n="81" d="100"/>
        </p:scale>
        <p:origin x="192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465AF-4B52-0948-9633-BE4A777271C0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38AC7C-94A2-634E-A083-F8E2EFC995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274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8AC7C-94A2-634E-A083-F8E2EFC9957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990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213D0-D378-09DF-58CC-DD13521E2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868EC-8679-731F-4DC5-81FB37641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9FC17-CB4A-2641-7304-329E7F463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0C966-4EAC-6643-AF16-5375F31E18FF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20C2B-19A1-D407-58FA-157E183B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A2895-10F4-9569-8377-1A315ABAB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26F4-7183-414C-AFA8-C1F736BFD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4209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89870-D5B8-A971-EB1A-1F0FAF39B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28258-20A5-4D02-B73E-4CB3F7C70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7F9AB-FB80-EF6B-B455-FA440C928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0C966-4EAC-6643-AF16-5375F31E18FF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10742-C08C-7768-93FE-6C3786CD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70D35-C57C-B07C-45C3-B5D46B0EC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26F4-7183-414C-AFA8-C1F736BFD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219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519B4-121D-6BFA-307C-E47F5601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653E2-5C06-B78F-6F64-0A4F335FC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7AB94-8EB2-DB62-AD79-ADFD3832F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0C966-4EAC-6643-AF16-5375F31E18FF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A0388-3E3A-7D2D-8316-6EE9B5137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AAFF2-C429-C481-3181-6B5FD4DD7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26F4-7183-414C-AFA8-C1F736BFD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563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CDF3-3400-65E5-7DD9-E7368CE5A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F11D2-D037-4B70-1746-9A40AE0D9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E17B2-F48C-126E-10EE-3F6D7CB1F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C35A5-AB79-FD26-BA65-87C52B616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0C966-4EAC-6643-AF16-5375F31E18FF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AB994-5F9F-0464-1C6E-0DE5B9417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4E735-2E72-9B99-FF82-B668AAA14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26F4-7183-414C-AFA8-C1F736BFD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62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1145C-FF12-4FED-C72A-044DE9FF6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9E2AF-62CD-F921-6250-67EAD8547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6556A-0DFC-423B-3CE3-56C0D84E5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E85DC-9DAA-1BDA-665D-3535F83F5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80D34E-F38C-21B9-FBB1-9FE108A0BA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ED75CB-4358-38AC-5D9C-C68E0D2FC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0C966-4EAC-6643-AF16-5375F31E18FF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C794E5-B561-1E1E-2298-36183C068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9E9857-ADFE-D601-7830-44ADD98D8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26F4-7183-414C-AFA8-C1F736BFD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26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401D3-E305-77F0-B79B-F7761B1E3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129AF-462C-6078-D2B2-50F5979D4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0C966-4EAC-6643-AF16-5375F31E18FF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7F7B85-6E52-2AA5-1A5B-FDCA8F9FA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BB229-40EA-6E09-7235-460D52CD8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26F4-7183-414C-AFA8-C1F736BFD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4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66917A-16D4-B19A-D048-C0689E88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0C966-4EAC-6643-AF16-5375F31E18FF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FB4558-886A-D38B-9DBF-B417F3FB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6EE80-ABF1-5D73-96B9-68B9FD73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26F4-7183-414C-AFA8-C1F736BFD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79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6B5AC-36B3-A6D5-935F-2F12BE3F7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DC152-90DA-D982-779C-81DA897EC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C77FB-F3F1-CC32-6BAA-C588A71AD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9A3BC-3475-C448-A0D9-AEFB0BA99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0C966-4EAC-6643-AF16-5375F31E18FF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BF4C2-E8EE-4297-8938-2122163ED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E28E9-5A53-4CD2-8D01-AA368A83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26F4-7183-414C-AFA8-C1F736BFD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5049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9B5D0-E1A8-0547-A4E2-D84930F6D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35972D-90E2-D1DF-5E2D-9F1A6F74AB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E818E-0E80-1CE1-EFB2-A2570E62C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78C40-F1EF-F100-6428-C4EA61704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0C966-4EAC-6643-AF16-5375F31E18FF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A6B4BB-FBB1-36CC-7C90-AAA7920BA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E73D3-3B77-0DBB-5352-ED1581BF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26F4-7183-414C-AFA8-C1F736BFD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50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70A6-D0C8-DE2A-0E58-FD2E5500E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08ED2F-BD33-83EB-1D98-7B3BC1B74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9FAD2-397C-806E-8604-C84140432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0C966-4EAC-6643-AF16-5375F31E18FF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8D0B4-741C-8AA5-FC17-B91E94D01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9D76E-022B-D2A4-122B-47F1528F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26F4-7183-414C-AFA8-C1F736BFD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225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BDBE26-93FC-D420-9B5D-258C8C786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6AC5F2-DB6A-B9FB-B6E7-013886D78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5F064-FA78-F860-10FE-02EB2AE4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0C966-4EAC-6643-AF16-5375F31E18FF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83AB4-18D4-58EB-A80F-7F586EBFA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487F9-8F15-D7F1-6B82-5A60A47E4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26F4-7183-414C-AFA8-C1F736BFD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7210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05A822-466C-930D-0BE1-3A8F5F8F2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10CA5-9E9B-44AF-4CD3-F5FF05B32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7868D-3C3B-A500-DDB7-D42007ACC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0C966-4EAC-6643-AF16-5375F31E18FF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4E1AF-99D3-73BE-4E48-0EFD015D7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19177-8F13-A641-71A4-4E97C52E1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C26F4-7183-414C-AFA8-C1F736BFD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187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emf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08A6FB-D506-0FBA-4D58-9BA7E4B97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275" y="0"/>
            <a:ext cx="6791449" cy="70557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5CD5CC-6044-535E-48BC-72B7F0D88E8B}"/>
              </a:ext>
            </a:extLst>
          </p:cNvPr>
          <p:cNvSpPr txBox="1"/>
          <p:nvPr/>
        </p:nvSpPr>
        <p:spPr>
          <a:xfrm>
            <a:off x="578069" y="515007"/>
            <a:ext cx="1807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Sigma sensitivity 1.5 </a:t>
            </a:r>
          </a:p>
        </p:txBody>
      </p:sp>
    </p:spTree>
    <p:extLst>
      <p:ext uri="{BB962C8B-B14F-4D97-AF65-F5344CB8AC3E}">
        <p14:creationId xmlns:p14="http://schemas.microsoft.com/office/powerpoint/2010/main" val="124475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86CF0-E1E7-FCFB-EE3F-30768B718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F382D4-0957-B123-AD77-8A36E9A73D64}"/>
              </a:ext>
            </a:extLst>
          </p:cNvPr>
          <p:cNvSpPr txBox="1"/>
          <p:nvPr/>
        </p:nvSpPr>
        <p:spPr>
          <a:xfrm>
            <a:off x="578069" y="515007"/>
            <a:ext cx="1807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Sigma sensitivity 2 </a:t>
            </a:r>
            <a:r>
              <a:rPr lang="en-GB" dirty="0" err="1"/>
              <a:t>deg</a:t>
            </a:r>
            <a:r>
              <a:rPr lang="en-GB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1AF670-3EF9-D787-F3EE-90BE9A343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841" y="-117538"/>
            <a:ext cx="5880104" cy="709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01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5457A-9B58-BBEA-CB61-342370B1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1FF1AB-9619-E755-918D-983A25E098B7}"/>
              </a:ext>
            </a:extLst>
          </p:cNvPr>
          <p:cNvSpPr txBox="1"/>
          <p:nvPr/>
        </p:nvSpPr>
        <p:spPr>
          <a:xfrm>
            <a:off x="578069" y="515007"/>
            <a:ext cx="1807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Variable re-weighting 1.5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ACE12D-67C0-D7CE-0407-00260AF59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68" y="0"/>
            <a:ext cx="7607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455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A826C-E72E-D4FA-CECC-6F585C4BE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6A3524-E255-1A69-E1B8-0DBDB93934BA}"/>
              </a:ext>
            </a:extLst>
          </p:cNvPr>
          <p:cNvSpPr txBox="1"/>
          <p:nvPr/>
        </p:nvSpPr>
        <p:spPr>
          <a:xfrm>
            <a:off x="578069" y="515007"/>
            <a:ext cx="1807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Variable re-weighting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79352B-C3D4-9594-B7FA-536B16339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263" y="126124"/>
            <a:ext cx="7772400" cy="639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69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26BD1-E50D-6993-C36A-2CDC08A3C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5FA029F-E24C-33B2-32B9-E63E4C9A513B}"/>
              </a:ext>
            </a:extLst>
          </p:cNvPr>
          <p:cNvSpPr txBox="1"/>
          <p:nvPr/>
        </p:nvSpPr>
        <p:spPr>
          <a:xfrm>
            <a:off x="578069" y="515007"/>
            <a:ext cx="1807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Composite weighting 1.5 all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036DA4-A31B-5BED-6D6E-DC111FA57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90500"/>
            <a:ext cx="6477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23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E4A10-7753-EB30-1C07-2E54A0A17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35CC4D2-B775-A4D0-8113-2703380032FD}"/>
              </a:ext>
            </a:extLst>
          </p:cNvPr>
          <p:cNvSpPr txBox="1"/>
          <p:nvPr/>
        </p:nvSpPr>
        <p:spPr>
          <a:xfrm>
            <a:off x="578069" y="515007"/>
            <a:ext cx="18077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Composite weighting 1.5 C1b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2B2455-7C63-4735-6124-049611DC2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582" y="0"/>
            <a:ext cx="62588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255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78C46-C63F-1623-7C6A-8E9EFA6A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78D471-176A-1CD9-530D-C809409BEA58}"/>
              </a:ext>
            </a:extLst>
          </p:cNvPr>
          <p:cNvSpPr txBox="1"/>
          <p:nvPr/>
        </p:nvSpPr>
        <p:spPr>
          <a:xfrm>
            <a:off x="578069" y="515007"/>
            <a:ext cx="1807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Composite weighting 1.5 C2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D6CD73-02F5-BEEB-F127-32FB9176A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135" y="283998"/>
            <a:ext cx="8444449" cy="639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4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D4148-7BC5-A8CE-2707-64A73E279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D5E4F2-832E-CBB4-F494-EF406B816DCD}"/>
              </a:ext>
            </a:extLst>
          </p:cNvPr>
          <p:cNvSpPr txBox="1"/>
          <p:nvPr/>
        </p:nvSpPr>
        <p:spPr>
          <a:xfrm>
            <a:off x="578069" y="515007"/>
            <a:ext cx="1807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Composite weighting 2-deg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64EA2F-7B0F-86FF-4660-CCACC252C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184" y="170997"/>
            <a:ext cx="7772400" cy="651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752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C9361-4D5E-2896-9090-51B5803AD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315AAD-628B-5F51-2817-760304EE61E3}"/>
              </a:ext>
            </a:extLst>
          </p:cNvPr>
          <p:cNvSpPr txBox="1"/>
          <p:nvPr/>
        </p:nvSpPr>
        <p:spPr>
          <a:xfrm>
            <a:off x="578069" y="515007"/>
            <a:ext cx="1807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Composite weighting, temperature outcomes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25FD22-D4A7-3B7A-A12C-E2920B042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117" y="149772"/>
            <a:ext cx="10057573" cy="655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102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E6117-F8EE-96FA-CBF4-CC88F6515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8CDC4A-6FFB-6951-B354-79F5284A43B2}"/>
              </a:ext>
            </a:extLst>
          </p:cNvPr>
          <p:cNvSpPr txBox="1"/>
          <p:nvPr/>
        </p:nvSpPr>
        <p:spPr>
          <a:xfrm>
            <a:off x="254554" y="302394"/>
            <a:ext cx="3692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Model/Project Distribution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E1D76B-0E17-178D-07A4-212C05F4E1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7" b="2682"/>
          <a:stretch>
            <a:fillRect/>
          </a:stretch>
        </p:blipFill>
        <p:spPr>
          <a:xfrm>
            <a:off x="420413" y="1124553"/>
            <a:ext cx="3576468" cy="5554772"/>
          </a:xfrm>
          <a:prstGeom prst="rect">
            <a:avLst/>
          </a:prstGeom>
        </p:spPr>
      </p:pic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B654BD07-9428-844B-1F9A-2B420A5DE9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12" t="5134" r="5167"/>
          <a:stretch>
            <a:fillRect/>
          </a:stretch>
        </p:blipFill>
        <p:spPr>
          <a:xfrm>
            <a:off x="3720545" y="1032587"/>
            <a:ext cx="3867924" cy="58254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E79C2D-714E-9CAA-9CB3-C042BFF6BF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578" r="7115"/>
          <a:stretch>
            <a:fillRect/>
          </a:stretch>
        </p:blipFill>
        <p:spPr>
          <a:xfrm>
            <a:off x="7588469" y="662151"/>
            <a:ext cx="3867925" cy="61958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AA7320-8D11-F32F-4EDF-57BEB086473B}"/>
              </a:ext>
            </a:extLst>
          </p:cNvPr>
          <p:cNvSpPr txBox="1"/>
          <p:nvPr/>
        </p:nvSpPr>
        <p:spPr>
          <a:xfrm>
            <a:off x="1766961" y="850401"/>
            <a:ext cx="180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1.5 </a:t>
            </a:r>
            <a:r>
              <a:rPr lang="en-GB" b="1" dirty="0" err="1"/>
              <a:t>deg</a:t>
            </a:r>
            <a:endParaRPr lang="en-GB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CE80DA-024A-A412-6670-60924D6F7143}"/>
              </a:ext>
            </a:extLst>
          </p:cNvPr>
          <p:cNvSpPr txBox="1"/>
          <p:nvPr/>
        </p:nvSpPr>
        <p:spPr>
          <a:xfrm>
            <a:off x="5489234" y="847920"/>
            <a:ext cx="180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2 </a:t>
            </a:r>
            <a:r>
              <a:rPr lang="en-GB" b="1" dirty="0" err="1"/>
              <a:t>deg</a:t>
            </a:r>
            <a:endParaRPr lang="en-GB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187767-6224-2B30-3E3E-A0C4408BE7AA}"/>
              </a:ext>
            </a:extLst>
          </p:cNvPr>
          <p:cNvSpPr txBox="1"/>
          <p:nvPr/>
        </p:nvSpPr>
        <p:spPr>
          <a:xfrm>
            <a:off x="9357158" y="847920"/>
            <a:ext cx="180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All-</a:t>
            </a:r>
            <a:r>
              <a:rPr lang="en-GB" b="1" dirty="0" err="1"/>
              <a:t>scen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0676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43</Words>
  <Application>Microsoft Macintosh PowerPoint</Application>
  <PresentationFormat>Widescreen</PresentationFormat>
  <Paragraphs>14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Beath, Hamish R</dc:creator>
  <cp:lastModifiedBy>Beath, Hamish R</cp:lastModifiedBy>
  <cp:revision>3</cp:revision>
  <dcterms:created xsi:type="dcterms:W3CDTF">2025-08-13T08:54:42Z</dcterms:created>
  <dcterms:modified xsi:type="dcterms:W3CDTF">2025-08-13T10:22:36Z</dcterms:modified>
</cp:coreProperties>
</file>